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40734dac9_2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40734dac9_2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Jason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98c5509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98c5509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Jason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9144fb7d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9144fb7d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Jason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a8de6a0b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a8de6a0b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Jason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98c5509f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98c5509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9144fb7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9144fb7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Jason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a8de6a0b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a8de6a0b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a8de6a0b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a8de6a0b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a8de6a0b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a8de6a0b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a8de6a0b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a8de6a0b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logpai/loghub/tree/master/OpenStac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4280"/>
              <a:t>Agentic Multi-Source Log Correlation for Incident Analysis</a:t>
            </a:r>
            <a:endParaRPr b="1" sz="428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Jason Shao, Tahira Smith, Siddarth Kumar, Omar Aldera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5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something goes wrong in a computer system, the problem usually doesn’t show up in just one place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Authentication services, host processes, network activity, and infrastructure metrics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Looking at logs separately makes it hard to understand what really happened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Objective: Build a system of AI agents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Analyze specific log sources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coordinator looks for connections across different logs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Output possible explanations for the incident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Agent Design 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329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Orchestrator = decides which sub-agent runs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Parsing Agent = extracts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Correlation Agent = finds related events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Root Cause Agent = explains failure</a:t>
            </a:r>
            <a:endParaRPr/>
          </a:p>
        </p:txBody>
      </p:sp>
      <p:pic>
        <p:nvPicPr>
          <p:cNvPr id="100" name="Google Shape;100;p15" title="Log_Agent-Page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327" y="1598590"/>
            <a:ext cx="4791875" cy="19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Model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187550"/>
            <a:ext cx="42510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</a:t>
            </a:r>
            <a:r>
              <a:rPr lang="en"/>
              <a:t>AI agents do not operate on raw text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Logs originate from different systems (application, database, infrastructure)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source uses different timestamp formats and severity levels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Raw logs are inconsistent and difficult to correlate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AI agents require structured, standardized input for reliable reasoning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Parse raw logs into structured log format JSON and normalize </a:t>
            </a:r>
            <a:endParaRPr/>
          </a:p>
        </p:txBody>
      </p:sp>
      <p:pic>
        <p:nvPicPr>
          <p:cNvPr id="107" name="Google Shape;107;p16" title="Screenshot 2026-02-24 at 4.13.12 PM.png"/>
          <p:cNvPicPr preferRelativeResize="0"/>
          <p:nvPr/>
        </p:nvPicPr>
        <p:blipFill rotWithShape="1">
          <a:blip r:embed="rId3">
            <a:alphaModFix/>
          </a:blip>
          <a:srcRect b="51911" l="0" r="0" t="0"/>
          <a:stretch/>
        </p:blipFill>
        <p:spPr>
          <a:xfrm>
            <a:off x="3208425" y="978000"/>
            <a:ext cx="5855151" cy="108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 title="Screenshot 2026-02-24 at 4.13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8499" y="2282612"/>
            <a:ext cx="3665076" cy="2619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Selection 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OpenStack Log Dataset inside LogHub Repository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https://github.com/logpai/loghub/tree/master/OpenStack</a:t>
            </a:r>
            <a:r>
              <a:rPr lang="en"/>
              <a:t>)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Logs from a single cloud system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Includes: Compute (Nova), Networking (Neutron), Storage (Cinder), Identity (Keystone)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Real cloud deployment behavior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Ideal for multi-service log correlation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Layer and Model Selection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3081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 must be able to handle:-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Multi-step reasoning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Pattern recognition </a:t>
            </a:r>
            <a:r>
              <a:rPr lang="en"/>
              <a:t>across</a:t>
            </a:r>
            <a:r>
              <a:rPr lang="en"/>
              <a:t> different sources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Hypothesis </a:t>
            </a:r>
            <a:r>
              <a:rPr lang="en"/>
              <a:t>generation</a:t>
            </a:r>
            <a:r>
              <a:rPr lang="en"/>
              <a:t> with confidence</a:t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4183700" y="2014675"/>
            <a:ext cx="4425600" cy="20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Heuristics for choosing a model:-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Reasoning quality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Context window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Determinism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Cost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Using Ollama and llama 3.1:8b to start off with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Workflow</a:t>
            </a:r>
            <a:endParaRPr/>
          </a:p>
        </p:txBody>
      </p:sp>
      <p:pic>
        <p:nvPicPr>
          <p:cNvPr id="127" name="Google Shape;127;p19" title="Log_Agen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8913" y="1259788"/>
            <a:ext cx="3057525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and Evaluation 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727650" y="1965025"/>
            <a:ext cx="7688700" cy="28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Accuracy Metrics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Precision - % of correlated events that are truly related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Recall - % of truly related events successfully identified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F1 Score - Balance between precision and recall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Comparison against labeled incident datasets (if available)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Root Cause Analysis (RCA) Evaluation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Exact match with known root cause (if ground truth exists)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Consistency across multiple runs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Noisy logs containing irrelevant events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LLM hallucination when inferring causal relationships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Maintaining low latency for near real-time analysis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Measuring correlation accuracy objectively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Grounding errors (hallucinated timestamps / line numbers)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RAG limitations for large datasets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the Next Demo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log ingestion with multiple log sources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Specialized Source Agents (network, authentication, host etc.)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 </a:t>
            </a:r>
            <a:r>
              <a:rPr lang="en"/>
              <a:t>Retrieval</a:t>
            </a:r>
            <a:r>
              <a:rPr lang="en"/>
              <a:t> Layer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Basic parsing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 normalization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Simple LLM summary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Question 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does our system process raw logs before sending them to the correlation agent?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